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9c5cc70e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9c5cc70e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9c5cc70e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9c5cc70e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9c5cc70e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9c5cc70e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9c5cc70e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9c5cc70e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9c5cc70e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9c5cc70e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9c5cc70e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9c5cc70e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9c5cc70e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9c5cc70e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9c5cc70ec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9c5cc70e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9c5cc70ec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9c5cc70ec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9c5cc70ec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9c5cc70ec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Spotify Hit Prediction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Science Final Project</a:t>
            </a:r>
            <a:endParaRPr sz="24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Zhihao Hu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INFO6105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 if a song is a </a:t>
            </a:r>
            <a:r>
              <a:rPr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Hit (1)</a:t>
            </a:r>
            <a:r>
              <a:rPr b="0"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Hit (0)</a:t>
            </a:r>
            <a:r>
              <a:rPr b="0"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Spotify audio features.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this project?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Music platforms want to find songs with high potential</a:t>
            </a:r>
            <a:br>
              <a:rPr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Audio features can show the energy, emotion, and style of a song</a:t>
            </a:r>
            <a:br>
              <a:rPr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It’s a good real-world classification problem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Dataset:</a:t>
            </a:r>
            <a:r>
              <a:rPr b="0"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Spotify Tracks 2023 (CSV file)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 Used:                                                             Target Variable:</a:t>
            </a:r>
            <a:endParaRPr b="1" sz="4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C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bpm              							1. Hit = 1 : Streams&gt;= top 25%</a:t>
            </a:r>
            <a:br>
              <a:rPr lang="zh-C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4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C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danceability_%						2. Not Hit = 0 </a:t>
            </a:r>
            <a:br>
              <a:rPr lang="zh-C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4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C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energy_%</a:t>
            </a:r>
            <a:br>
              <a:rPr lang="zh-C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4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C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valence_%</a:t>
            </a:r>
            <a:br>
              <a:rPr lang="zh-C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4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C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acousticness_%</a:t>
            </a:r>
            <a:br>
              <a:rPr lang="zh-C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4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C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instrumentalness_%</a:t>
            </a:r>
            <a:br>
              <a:rPr lang="zh-C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4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C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liveness_%</a:t>
            </a:r>
            <a:br>
              <a:rPr lang="zh-C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4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C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speechiness_%</a:t>
            </a:r>
            <a:br>
              <a:rPr lang="zh-C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4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Data Processing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5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										</a:t>
            </a:r>
            <a:r>
              <a:rPr b="1" lang="zh-CN" sz="5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Visualizations:</a:t>
            </a:r>
            <a:endParaRPr sz="5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294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zh-CN" sz="5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 CSV file									1. </a:t>
            </a:r>
            <a:r>
              <a:rPr lang="zh-CN" sz="5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Hit distribution</a:t>
            </a:r>
            <a:br>
              <a:rPr lang="zh-CN" sz="5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5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294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zh-CN" sz="5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Clean missing values								2. </a:t>
            </a:r>
            <a:r>
              <a:rPr lang="zh-CN" sz="5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BPM histogram</a:t>
            </a:r>
            <a:br>
              <a:rPr lang="zh-CN" sz="5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5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294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zh-CN" sz="5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“Hit” label using streams</a:t>
            </a:r>
            <a:br>
              <a:rPr lang="zh-CN" sz="5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5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294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zh-CN" sz="5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Choose useful audio features</a:t>
            </a:r>
            <a:br>
              <a:rPr lang="zh-CN" sz="5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5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294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zh-CN" sz="5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Train/test split</a:t>
            </a:r>
            <a:br>
              <a:rPr lang="zh-CN" sz="5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5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Models Used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3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trained two models: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Decision Tree							</a:t>
            </a:r>
            <a:r>
              <a:rPr b="1" lang="zh-C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Random Forest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zh-C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							</a:t>
            </a:r>
            <a:r>
              <a:rPr lang="zh-C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Better accuracy</a:t>
            </a:r>
            <a:br>
              <a:rPr lang="zh-C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zh-C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 to understand					</a:t>
            </a:r>
            <a:r>
              <a:rPr lang="zh-C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stable</a:t>
            </a:r>
            <a:br>
              <a:rPr lang="zh-C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zh-C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Baseline model						</a:t>
            </a:r>
            <a:r>
              <a:rPr lang="zh-C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model used for prediction</a:t>
            </a:r>
            <a:br>
              <a:rPr lang="zh-C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1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Model Performance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zh-CN" sz="10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 Results:</a:t>
            </a:r>
            <a:endParaRPr b="1" sz="10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Char char="●"/>
            </a:pPr>
            <a:r>
              <a:rPr lang="zh-CN" sz="10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Accuracy: ~0.77</a:t>
            </a:r>
            <a:br>
              <a:rPr lang="zh-CN" sz="10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Char char="●"/>
            </a:pPr>
            <a:r>
              <a:rPr lang="zh-CN" sz="10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Better recall for Hit songs</a:t>
            </a:r>
            <a:br>
              <a:rPr lang="zh-CN" sz="10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Char char="●"/>
            </a:pPr>
            <a:r>
              <a:rPr lang="zh-CN" sz="10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overall performance</a:t>
            </a:r>
            <a:br>
              <a:rPr lang="zh-CN" sz="10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zh-CN" sz="10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Random Forest is better?</a:t>
            </a:r>
            <a:endParaRPr b="1" sz="10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Char char="●"/>
            </a:pPr>
            <a:r>
              <a:rPr lang="zh-CN" sz="10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many trees</a:t>
            </a:r>
            <a:br>
              <a:rPr lang="zh-CN" sz="10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Char char="●"/>
            </a:pPr>
            <a:r>
              <a:rPr lang="zh-CN" sz="10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overfitting</a:t>
            </a:r>
            <a:br>
              <a:rPr lang="zh-CN" sz="10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Char char="●"/>
            </a:pPr>
            <a:r>
              <a:rPr lang="zh-CN" sz="10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balanced predictions</a:t>
            </a:r>
            <a:endParaRPr sz="10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812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Confusion Matrix Meaning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 Positive (TP):</a:t>
            </a:r>
            <a:r>
              <a:rPr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Hit predicted as Hit</a:t>
            </a:r>
            <a:br>
              <a:rPr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 Negative (TN):</a:t>
            </a:r>
            <a:r>
              <a:rPr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Not Hit predicted as Not Hit</a:t>
            </a:r>
            <a:br>
              <a:rPr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False Positive (FP):</a:t>
            </a:r>
            <a:r>
              <a:rPr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Not Hit predicted as Hit</a:t>
            </a:r>
            <a:br>
              <a:rPr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False Negative (FN):</a:t>
            </a:r>
            <a:r>
              <a:rPr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Hit predicted as Not Hit</a:t>
            </a:r>
            <a:endParaRPr sz="14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Important:</a:t>
            </a:r>
            <a:endParaRPr b="1" sz="14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972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35"/>
              <a:buFont typeface="Arial"/>
              <a:buChar char="●"/>
            </a:pPr>
            <a:r>
              <a:rPr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FN is more serious → We don’t want to miss real Hit songs</a:t>
            </a:r>
            <a:br>
              <a:rPr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97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5"/>
              <a:buFont typeface="Arial"/>
              <a:buChar char="●"/>
            </a:pPr>
            <a:r>
              <a:rPr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FP means wrong recommendation</a:t>
            </a:r>
            <a:br>
              <a:rPr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97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5"/>
              <a:buFont typeface="Arial"/>
              <a:buChar char="●"/>
            </a:pPr>
            <a:r>
              <a:rPr lang="zh-CN" sz="14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performance is acceptable</a:t>
            </a:r>
            <a:endParaRPr sz="14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10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Prediction Demo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zh-CN" sz="14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predict 10 songs from test data:</a:t>
            </a:r>
            <a:endParaRPr sz="14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zh-CN" sz="14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includes:</a:t>
            </a:r>
            <a:endParaRPr b="1" sz="14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83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/>
              <a:buChar char="●"/>
            </a:pPr>
            <a:r>
              <a:rPr lang="zh-CN" sz="14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 of each song</a:t>
            </a:r>
            <a:br>
              <a:rPr lang="zh-CN" sz="14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8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/>
              <a:buChar char="●"/>
            </a:pPr>
            <a:r>
              <a:rPr lang="zh-CN" sz="14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 label (y_true)</a:t>
            </a:r>
            <a:br>
              <a:rPr lang="zh-CN" sz="14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8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/>
              <a:buChar char="●"/>
            </a:pPr>
            <a:r>
              <a:rPr lang="zh-CN" sz="14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Predicted label (y_pred)</a:t>
            </a:r>
            <a:br>
              <a:rPr lang="zh-CN" sz="14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zh-CN" sz="14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br>
              <a:rPr b="1" lang="zh-CN" sz="14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CN" sz="14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Show how the model works on real data.</a:t>
            </a:r>
            <a:endParaRPr sz="14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007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Limitations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400"/>
              <a:t>Current limitations:</a:t>
            </a:r>
            <a:endParaRPr sz="1400"/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zh-CN" sz="1400"/>
              <a:t>Only uses audio features</a:t>
            </a:r>
            <a:br>
              <a:rPr lang="zh-CN" sz="1400"/>
            </a:br>
            <a:endParaRPr sz="1400"/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zh-CN" sz="1400"/>
              <a:t>No artist popularity or release date</a:t>
            </a:r>
            <a:br>
              <a:rPr lang="zh-CN" sz="1400"/>
            </a:br>
            <a:endParaRPr sz="1400"/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zh-CN" sz="1400"/>
              <a:t>No hyperparameter tuning</a:t>
            </a:r>
            <a:br>
              <a:rPr lang="zh-CN" sz="1400"/>
            </a:br>
            <a:endParaRPr sz="1400"/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zh-CN" sz="1400"/>
              <a:t>Hit label defined only by streams percentiles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Future Work</a:t>
            </a:r>
            <a:endParaRPr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zh-CN" sz="1625"/>
              <a:t>Future improvements:</a:t>
            </a:r>
            <a:endParaRPr sz="16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zh-CN" sz="1625"/>
              <a:t>Add more features (artist, genre, year)</a:t>
            </a:r>
            <a:endParaRPr sz="16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zh-CN" sz="1625"/>
              <a:t>Tune model parameters</a:t>
            </a:r>
            <a:endParaRPr sz="16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zh-CN" sz="1625"/>
              <a:t>Try XGBoost or Deep Learning</a:t>
            </a:r>
            <a:endParaRPr sz="16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zh-CN" sz="1625"/>
              <a:t>Build a simple Streamlit app</a:t>
            </a:r>
            <a:endParaRPr sz="162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zh-CN" sz="1625"/>
              <a:t>Use real-time data from Spotify API</a:t>
            </a:r>
            <a:endParaRPr sz="162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Summary</a:t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/>
              <a:t>Built a full Machine Learning pipeline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400"/>
              <a:t>Cleaned Spotify data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400"/>
              <a:t>Trained Decision Tree &amp; Random Forest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400"/>
              <a:t>Random Forest gave better results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400"/>
              <a:t>Created predictions and model evaluation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sz="1400"/>
              <a:t>Completed an end-to-end Data Science project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